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16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F7AA88-544A-4A69-8AF7-E3A92D72D23F}" v="6" dt="2026-09-25T05:14:45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ana Kota" userId="06ee6e5e76c5b1ce" providerId="LiveId" clId="{7DC9200B-1E61-468A-93EF-9BBE10BA2A4B}"/>
    <pc:docChg chg="undo custSel addSld delSld modSld sldOrd">
      <pc:chgData name="Chandana Kota" userId="06ee6e5e76c5b1ce" providerId="LiveId" clId="{7DC9200B-1E61-468A-93EF-9BBE10BA2A4B}" dt="2026-09-25T07:44:39.899" v="436" actId="20577"/>
      <pc:docMkLst>
        <pc:docMk/>
      </pc:docMkLst>
      <pc:sldChg chg="addSp delSp modSp mod">
        <pc:chgData name="Chandana Kota" userId="06ee6e5e76c5b1ce" providerId="LiveId" clId="{7DC9200B-1E61-468A-93EF-9BBE10BA2A4B}" dt="2026-09-25T05:13:56.685" v="160" actId="1076"/>
        <pc:sldMkLst>
          <pc:docMk/>
          <pc:sldMk cId="0" sldId="256"/>
        </pc:sldMkLst>
        <pc:spChg chg="mod">
          <ac:chgData name="Chandana Kota" userId="06ee6e5e76c5b1ce" providerId="LiveId" clId="{7DC9200B-1E61-468A-93EF-9BBE10BA2A4B}" dt="2026-09-25T05:13:54.124" v="15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Chandana Kota" userId="06ee6e5e76c5b1ce" providerId="LiveId" clId="{7DC9200B-1E61-468A-93EF-9BBE10BA2A4B}" dt="2026-09-25T05:13:56.685" v="160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Chandana Kota" userId="06ee6e5e76c5b1ce" providerId="LiveId" clId="{7DC9200B-1E61-468A-93EF-9BBE10BA2A4B}" dt="2026-09-25T05:07:37.555" v="5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Chandana Kota" userId="06ee6e5e76c5b1ce" providerId="LiveId" clId="{7DC9200B-1E61-468A-93EF-9BBE10BA2A4B}" dt="2026-09-25T05:07:32.621" v="4" actId="478"/>
          <ac:spMkLst>
            <pc:docMk/>
            <pc:sldMk cId="0" sldId="256"/>
            <ac:spMk id="6" creationId="{00000000-0000-0000-0000-000000000000}"/>
          </ac:spMkLst>
        </pc:spChg>
        <pc:spChg chg="add del mod">
          <ac:chgData name="Chandana Kota" userId="06ee6e5e76c5b1ce" providerId="LiveId" clId="{7DC9200B-1E61-468A-93EF-9BBE10BA2A4B}" dt="2026-09-25T05:09:02.440" v="8"/>
          <ac:spMkLst>
            <pc:docMk/>
            <pc:sldMk cId="0" sldId="256"/>
            <ac:spMk id="7" creationId="{B90A65D6-52A3-37D9-75EE-B00B59683EC5}"/>
          </ac:spMkLst>
        </pc:spChg>
      </pc:sldChg>
      <pc:sldChg chg="add del">
        <pc:chgData name="Chandana Kota" userId="06ee6e5e76c5b1ce" providerId="LiveId" clId="{7DC9200B-1E61-468A-93EF-9BBE10BA2A4B}" dt="2026-09-25T05:07:15.329" v="3" actId="47"/>
        <pc:sldMkLst>
          <pc:docMk/>
          <pc:sldMk cId="0" sldId="267"/>
        </pc:sldMkLst>
      </pc:sldChg>
      <pc:sldChg chg="new del">
        <pc:chgData name="Chandana Kota" userId="06ee6e5e76c5b1ce" providerId="LiveId" clId="{7DC9200B-1E61-468A-93EF-9BBE10BA2A4B}" dt="2026-09-25T05:07:12.579" v="1" actId="47"/>
        <pc:sldMkLst>
          <pc:docMk/>
          <pc:sldMk cId="2251929989" sldId="268"/>
        </pc:sldMkLst>
      </pc:sldChg>
      <pc:sldChg chg="addSp delSp modSp add mod">
        <pc:chgData name="Chandana Kota" userId="06ee6e5e76c5b1ce" providerId="LiveId" clId="{7DC9200B-1E61-468A-93EF-9BBE10BA2A4B}" dt="2026-09-25T05:10:48.548" v="89" actId="255"/>
        <pc:sldMkLst>
          <pc:docMk/>
          <pc:sldMk cId="3708672921" sldId="268"/>
        </pc:sldMkLst>
        <pc:spChg chg="add del mod">
          <ac:chgData name="Chandana Kota" userId="06ee6e5e76c5b1ce" providerId="LiveId" clId="{7DC9200B-1E61-468A-93EF-9BBE10BA2A4B}" dt="2026-09-25T05:10:48.548" v="89" actId="255"/>
          <ac:spMkLst>
            <pc:docMk/>
            <pc:sldMk cId="3708672921" sldId="268"/>
            <ac:spMk id="2" creationId="{18D75E1F-2FE9-6217-E547-9FE201F55D7A}"/>
          </ac:spMkLst>
        </pc:spChg>
        <pc:spChg chg="del">
          <ac:chgData name="Chandana Kota" userId="06ee6e5e76c5b1ce" providerId="LiveId" clId="{7DC9200B-1E61-468A-93EF-9BBE10BA2A4B}" dt="2026-09-25T05:09:24.502" v="10" actId="478"/>
          <ac:spMkLst>
            <pc:docMk/>
            <pc:sldMk cId="3708672921" sldId="268"/>
            <ac:spMk id="3" creationId="{D68C5774-74B1-FDAB-A80D-41138A3BBAC3}"/>
          </ac:spMkLst>
        </pc:spChg>
        <pc:spChg chg="del mod">
          <ac:chgData name="Chandana Kota" userId="06ee6e5e76c5b1ce" providerId="LiveId" clId="{7DC9200B-1E61-468A-93EF-9BBE10BA2A4B}" dt="2026-09-25T05:09:35.919" v="15" actId="478"/>
          <ac:spMkLst>
            <pc:docMk/>
            <pc:sldMk cId="3708672921" sldId="268"/>
            <ac:spMk id="4" creationId="{80D8228C-805A-9B57-88EA-11E5F7486232}"/>
          </ac:spMkLst>
        </pc:spChg>
        <pc:spChg chg="del">
          <ac:chgData name="Chandana Kota" userId="06ee6e5e76c5b1ce" providerId="LiveId" clId="{7DC9200B-1E61-468A-93EF-9BBE10BA2A4B}" dt="2026-09-25T05:09:42.308" v="18" actId="478"/>
          <ac:spMkLst>
            <pc:docMk/>
            <pc:sldMk cId="3708672921" sldId="268"/>
            <ac:spMk id="5" creationId="{A5400B96-74E8-5CC6-CF37-C1C4C496DC34}"/>
          </ac:spMkLst>
        </pc:spChg>
        <pc:spChg chg="del">
          <ac:chgData name="Chandana Kota" userId="06ee6e5e76c5b1ce" providerId="LiveId" clId="{7DC9200B-1E61-468A-93EF-9BBE10BA2A4B}" dt="2026-09-25T05:09:45.257" v="20" actId="478"/>
          <ac:spMkLst>
            <pc:docMk/>
            <pc:sldMk cId="3708672921" sldId="268"/>
            <ac:spMk id="6" creationId="{BE099BB5-F369-8B69-01CE-7D149D642ACF}"/>
          </ac:spMkLst>
        </pc:spChg>
        <pc:spChg chg="del">
          <ac:chgData name="Chandana Kota" userId="06ee6e5e76c5b1ce" providerId="LiveId" clId="{7DC9200B-1E61-468A-93EF-9BBE10BA2A4B}" dt="2026-09-25T05:09:58.916" v="28" actId="478"/>
          <ac:spMkLst>
            <pc:docMk/>
            <pc:sldMk cId="3708672921" sldId="268"/>
            <ac:spMk id="7" creationId="{9AE34EEB-DB97-7277-8DD5-70FF106C9AF4}"/>
          </ac:spMkLst>
        </pc:spChg>
        <pc:spChg chg="del">
          <ac:chgData name="Chandana Kota" userId="06ee6e5e76c5b1ce" providerId="LiveId" clId="{7DC9200B-1E61-468A-93EF-9BBE10BA2A4B}" dt="2026-09-25T05:09:33.487" v="13" actId="478"/>
          <ac:spMkLst>
            <pc:docMk/>
            <pc:sldMk cId="3708672921" sldId="268"/>
            <ac:spMk id="8" creationId="{EAA00AF4-02BE-33FF-91C2-64FD0ED24646}"/>
          </ac:spMkLst>
        </pc:spChg>
        <pc:spChg chg="del">
          <ac:chgData name="Chandana Kota" userId="06ee6e5e76c5b1ce" providerId="LiveId" clId="{7DC9200B-1E61-468A-93EF-9BBE10BA2A4B}" dt="2026-09-25T05:09:31.001" v="12" actId="478"/>
          <ac:spMkLst>
            <pc:docMk/>
            <pc:sldMk cId="3708672921" sldId="268"/>
            <ac:spMk id="9" creationId="{D9F440CC-479E-C80A-06FD-7F457AA2BBB5}"/>
          </ac:spMkLst>
        </pc:spChg>
        <pc:spChg chg="del">
          <ac:chgData name="Chandana Kota" userId="06ee6e5e76c5b1ce" providerId="LiveId" clId="{7DC9200B-1E61-468A-93EF-9BBE10BA2A4B}" dt="2026-09-25T05:09:39.929" v="17" actId="478"/>
          <ac:spMkLst>
            <pc:docMk/>
            <pc:sldMk cId="3708672921" sldId="268"/>
            <ac:spMk id="10" creationId="{252968BB-9335-9A2E-821F-A328435FEA8F}"/>
          </ac:spMkLst>
        </pc:spChg>
        <pc:spChg chg="del">
          <ac:chgData name="Chandana Kota" userId="06ee6e5e76c5b1ce" providerId="LiveId" clId="{7DC9200B-1E61-468A-93EF-9BBE10BA2A4B}" dt="2026-09-25T05:09:37.407" v="16" actId="478"/>
          <ac:spMkLst>
            <pc:docMk/>
            <pc:sldMk cId="3708672921" sldId="268"/>
            <ac:spMk id="11" creationId="{1DA5D8C9-3362-48C7-B3EF-024378BD209E}"/>
          </ac:spMkLst>
        </pc:spChg>
        <pc:spChg chg="del">
          <ac:chgData name="Chandana Kota" userId="06ee6e5e76c5b1ce" providerId="LiveId" clId="{7DC9200B-1E61-468A-93EF-9BBE10BA2A4B}" dt="2026-09-25T05:09:43.842" v="19" actId="478"/>
          <ac:spMkLst>
            <pc:docMk/>
            <pc:sldMk cId="3708672921" sldId="268"/>
            <ac:spMk id="12" creationId="{CCFADC89-F9BB-C8BA-A576-E29CAEBCD113}"/>
          </ac:spMkLst>
        </pc:spChg>
        <pc:spChg chg="del mod">
          <ac:chgData name="Chandana Kota" userId="06ee6e5e76c5b1ce" providerId="LiveId" clId="{7DC9200B-1E61-468A-93EF-9BBE10BA2A4B}" dt="2026-09-25T05:09:56.956" v="27" actId="478"/>
          <ac:spMkLst>
            <pc:docMk/>
            <pc:sldMk cId="3708672921" sldId="268"/>
            <ac:spMk id="13" creationId="{4B5B9AF6-C9D5-CF33-BDA5-0CD45D3D7FE5}"/>
          </ac:spMkLst>
        </pc:spChg>
        <pc:spChg chg="del">
          <ac:chgData name="Chandana Kota" userId="06ee6e5e76c5b1ce" providerId="LiveId" clId="{7DC9200B-1E61-468A-93EF-9BBE10BA2A4B}" dt="2026-09-25T05:10:00.599" v="29" actId="478"/>
          <ac:spMkLst>
            <pc:docMk/>
            <pc:sldMk cId="3708672921" sldId="268"/>
            <ac:spMk id="14" creationId="{CED2A732-8A2C-2600-EDE6-8EA038FCCDC5}"/>
          </ac:spMkLst>
        </pc:spChg>
        <pc:spChg chg="del mod">
          <ac:chgData name="Chandana Kota" userId="06ee6e5e76c5b1ce" providerId="LiveId" clId="{7DC9200B-1E61-468A-93EF-9BBE10BA2A4B}" dt="2026-09-25T05:09:52.548" v="24" actId="478"/>
          <ac:spMkLst>
            <pc:docMk/>
            <pc:sldMk cId="3708672921" sldId="268"/>
            <ac:spMk id="15" creationId="{3E9571CF-0E9D-3595-0CDF-DFA3E96FEACD}"/>
          </ac:spMkLst>
        </pc:spChg>
        <pc:spChg chg="del">
          <ac:chgData name="Chandana Kota" userId="06ee6e5e76c5b1ce" providerId="LiveId" clId="{7DC9200B-1E61-468A-93EF-9BBE10BA2A4B}" dt="2026-09-25T05:10:02.129" v="30" actId="478"/>
          <ac:spMkLst>
            <pc:docMk/>
            <pc:sldMk cId="3708672921" sldId="268"/>
            <ac:spMk id="16" creationId="{5171EC4E-4C4B-5315-4969-45B9E839EFC3}"/>
          </ac:spMkLst>
        </pc:spChg>
      </pc:sldChg>
      <pc:sldChg chg="new del">
        <pc:chgData name="Chandana Kota" userId="06ee6e5e76c5b1ce" providerId="LiveId" clId="{7DC9200B-1E61-468A-93EF-9BBE10BA2A4B}" dt="2026-09-25T05:12:01.146" v="91" actId="680"/>
        <pc:sldMkLst>
          <pc:docMk/>
          <pc:sldMk cId="1221962155" sldId="269"/>
        </pc:sldMkLst>
      </pc:sldChg>
      <pc:sldChg chg="delSp modSp add mod ord">
        <pc:chgData name="Chandana Kota" userId="06ee6e5e76c5b1ce" providerId="LiveId" clId="{7DC9200B-1E61-468A-93EF-9BBE10BA2A4B}" dt="2026-09-25T07:44:39.899" v="436" actId="20577"/>
        <pc:sldMkLst>
          <pc:docMk/>
          <pc:sldMk cId="1414258017" sldId="269"/>
        </pc:sldMkLst>
        <pc:spChg chg="mod">
          <ac:chgData name="Chandana Kota" userId="06ee6e5e76c5b1ce" providerId="LiveId" clId="{7DC9200B-1E61-468A-93EF-9BBE10BA2A4B}" dt="2026-09-25T05:24:30.366" v="213" actId="1076"/>
          <ac:spMkLst>
            <pc:docMk/>
            <pc:sldMk cId="1414258017" sldId="269"/>
            <ac:spMk id="2" creationId="{DB799A80-B705-CEFD-C478-04E5B1478FF4}"/>
          </ac:spMkLst>
        </pc:spChg>
        <pc:spChg chg="mod">
          <ac:chgData name="Chandana Kota" userId="06ee6e5e76c5b1ce" providerId="LiveId" clId="{7DC9200B-1E61-468A-93EF-9BBE10BA2A4B}" dt="2026-09-25T05:24:48.407" v="216" actId="2711"/>
          <ac:spMkLst>
            <pc:docMk/>
            <pc:sldMk cId="1414258017" sldId="269"/>
            <ac:spMk id="3" creationId="{6AC50808-32E3-E13C-3DA2-953211EFBE13}"/>
          </ac:spMkLst>
        </pc:spChg>
        <pc:spChg chg="mod">
          <ac:chgData name="Chandana Kota" userId="06ee6e5e76c5b1ce" providerId="LiveId" clId="{7DC9200B-1E61-468A-93EF-9BBE10BA2A4B}" dt="2026-09-25T07:44:39.899" v="436" actId="20577"/>
          <ac:spMkLst>
            <pc:docMk/>
            <pc:sldMk cId="1414258017" sldId="269"/>
            <ac:spMk id="4" creationId="{B4666886-D958-AB08-9982-537D5C479766}"/>
          </ac:spMkLst>
        </pc:spChg>
        <pc:spChg chg="del mod">
          <ac:chgData name="Chandana Kota" userId="06ee6e5e76c5b1ce" providerId="LiveId" clId="{7DC9200B-1E61-468A-93EF-9BBE10BA2A4B}" dt="2026-09-25T05:23:53.502" v="199" actId="478"/>
          <ac:spMkLst>
            <pc:docMk/>
            <pc:sldMk cId="1414258017" sldId="269"/>
            <ac:spMk id="5" creationId="{E4EE5867-D45B-B556-573F-CDB6E3A6CC04}"/>
          </ac:spMkLst>
        </pc:spChg>
        <pc:spChg chg="mod">
          <ac:chgData name="Chandana Kota" userId="06ee6e5e76c5b1ce" providerId="LiveId" clId="{7DC9200B-1E61-468A-93EF-9BBE10BA2A4B}" dt="2026-09-25T05:25:34.539" v="249" actId="20577"/>
          <ac:spMkLst>
            <pc:docMk/>
            <pc:sldMk cId="1414258017" sldId="269"/>
            <ac:spMk id="6" creationId="{2FD1A7FC-902F-9B1C-9B86-CB18EBF8C58E}"/>
          </ac:spMkLst>
        </pc:spChg>
        <pc:spChg chg="del">
          <ac:chgData name="Chandana Kota" userId="06ee6e5e76c5b1ce" providerId="LiveId" clId="{7DC9200B-1E61-468A-93EF-9BBE10BA2A4B}" dt="2026-09-25T05:12:23.866" v="95" actId="478"/>
          <ac:spMkLst>
            <pc:docMk/>
            <pc:sldMk cId="1414258017" sldId="269"/>
            <ac:spMk id="7" creationId="{B6ED6CDC-60BB-DB8D-09BA-6C39371583A6}"/>
          </ac:spMkLst>
        </pc:spChg>
        <pc:spChg chg="del">
          <ac:chgData name="Chandana Kota" userId="06ee6e5e76c5b1ce" providerId="LiveId" clId="{7DC9200B-1E61-468A-93EF-9BBE10BA2A4B}" dt="2026-09-25T05:23:52.183" v="198" actId="478"/>
          <ac:spMkLst>
            <pc:docMk/>
            <pc:sldMk cId="1414258017" sldId="269"/>
            <ac:spMk id="8" creationId="{DFEA1C60-129B-4C0F-DBC7-93FC0F6BCD99}"/>
          </ac:spMkLst>
        </pc:spChg>
        <pc:spChg chg="del mod">
          <ac:chgData name="Chandana Kota" userId="06ee6e5e76c5b1ce" providerId="LiveId" clId="{7DC9200B-1E61-468A-93EF-9BBE10BA2A4B}" dt="2026-09-25T05:23:50.504" v="197" actId="478"/>
          <ac:spMkLst>
            <pc:docMk/>
            <pc:sldMk cId="1414258017" sldId="269"/>
            <ac:spMk id="9" creationId="{49861A1B-07B8-92A7-277D-DCC10ABF240C}"/>
          </ac:spMkLst>
        </pc:spChg>
        <pc:spChg chg="del">
          <ac:chgData name="Chandana Kota" userId="06ee6e5e76c5b1ce" providerId="LiveId" clId="{7DC9200B-1E61-468A-93EF-9BBE10BA2A4B}" dt="2026-09-25T05:23:48.956" v="196" actId="478"/>
          <ac:spMkLst>
            <pc:docMk/>
            <pc:sldMk cId="1414258017" sldId="269"/>
            <ac:spMk id="10" creationId="{08A56889-D23F-11FC-0072-0CDD09E33E82}"/>
          </ac:spMkLst>
        </pc:spChg>
        <pc:spChg chg="del">
          <ac:chgData name="Chandana Kota" userId="06ee6e5e76c5b1ce" providerId="LiveId" clId="{7DC9200B-1E61-468A-93EF-9BBE10BA2A4B}" dt="2026-09-25T05:23:55.179" v="200" actId="478"/>
          <ac:spMkLst>
            <pc:docMk/>
            <pc:sldMk cId="1414258017" sldId="269"/>
            <ac:spMk id="11" creationId="{B216FB9F-C6CB-866B-565D-7D5C1DF2B12D}"/>
          </ac:spMkLst>
        </pc:spChg>
        <pc:spChg chg="del mod">
          <ac:chgData name="Chandana Kota" userId="06ee6e5e76c5b1ce" providerId="LiveId" clId="{7DC9200B-1E61-468A-93EF-9BBE10BA2A4B}" dt="2026-09-25T05:24:01.829" v="204" actId="478"/>
          <ac:spMkLst>
            <pc:docMk/>
            <pc:sldMk cId="1414258017" sldId="269"/>
            <ac:spMk id="12" creationId="{C46A979C-8835-E54E-F20A-2E13BA6F8DA3}"/>
          </ac:spMkLst>
        </pc:spChg>
        <pc:spChg chg="del mod">
          <ac:chgData name="Chandana Kota" userId="06ee6e5e76c5b1ce" providerId="LiveId" clId="{7DC9200B-1E61-468A-93EF-9BBE10BA2A4B}" dt="2026-09-25T05:23:57.757" v="202" actId="478"/>
          <ac:spMkLst>
            <pc:docMk/>
            <pc:sldMk cId="1414258017" sldId="269"/>
            <ac:spMk id="13" creationId="{397F5A2E-577B-D3AC-92A9-81176B989F5A}"/>
          </ac:spMkLst>
        </pc:spChg>
        <pc:spChg chg="del">
          <ac:chgData name="Chandana Kota" userId="06ee6e5e76c5b1ce" providerId="LiveId" clId="{7DC9200B-1E61-468A-93EF-9BBE10BA2A4B}" dt="2026-09-25T05:24:06.538" v="207" actId="478"/>
          <ac:spMkLst>
            <pc:docMk/>
            <pc:sldMk cId="1414258017" sldId="269"/>
            <ac:spMk id="14" creationId="{09F0FB57-ABFB-BF58-C58C-E892B9F618B9}"/>
          </ac:spMkLst>
        </pc:spChg>
        <pc:spChg chg="del mod">
          <ac:chgData name="Chandana Kota" userId="06ee6e5e76c5b1ce" providerId="LiveId" clId="{7DC9200B-1E61-468A-93EF-9BBE10BA2A4B}" dt="2026-09-25T05:24:09.677" v="209" actId="478"/>
          <ac:spMkLst>
            <pc:docMk/>
            <pc:sldMk cId="1414258017" sldId="269"/>
            <ac:spMk id="15" creationId="{D5C3A644-DFF3-D79C-431A-477EF7D5F3B0}"/>
          </ac:spMkLst>
        </pc:spChg>
        <pc:spChg chg="del">
          <ac:chgData name="Chandana Kota" userId="06ee6e5e76c5b1ce" providerId="LiveId" clId="{7DC9200B-1E61-468A-93EF-9BBE10BA2A4B}" dt="2026-09-25T05:24:03.589" v="205" actId="478"/>
          <ac:spMkLst>
            <pc:docMk/>
            <pc:sldMk cId="1414258017" sldId="269"/>
            <ac:spMk id="16" creationId="{1B3CAFCC-26B4-5D4D-CFB0-44F30514814E}"/>
          </ac:spMkLst>
        </pc:spChg>
        <pc:spChg chg="del mod">
          <ac:chgData name="Chandana Kota" userId="06ee6e5e76c5b1ce" providerId="LiveId" clId="{7DC9200B-1E61-468A-93EF-9BBE10BA2A4B}" dt="2026-09-25T05:12:39.381" v="103" actId="478"/>
          <ac:spMkLst>
            <pc:docMk/>
            <pc:sldMk cId="1414258017" sldId="269"/>
            <ac:spMk id="17" creationId="{E564A7AB-8B85-DA9D-AE41-83672D04613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Calibri"/>
              </a:rPr>
              <a:t>New Signups by Fiscal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Signups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FY23-24</c:v>
                </c:pt>
                <c:pt idx="1">
                  <c:v>FY24-25</c:v>
                </c:pt>
                <c:pt idx="2">
                  <c:v>FY25-26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3326</c:v>
                </c:pt>
                <c:pt idx="1">
                  <c:v>3365</c:v>
                </c:pt>
                <c:pt idx="2">
                  <c:v>3297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42-4AE3-872F-CAAED1D701B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Calibri"/>
              </a:rPr>
              <a:t>Billing Revenue by Fiscal Year (₹ Cr)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Billing Revenue (₹ Cr)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FY23-24</c:v>
                </c:pt>
                <c:pt idx="1">
                  <c:v>FY24-25</c:v>
                </c:pt>
                <c:pt idx="2">
                  <c:v>FY25-26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11.95</c:v>
                </c:pt>
                <c:pt idx="1">
                  <c:v>24.01</c:v>
                </c:pt>
                <c:pt idx="2">
                  <c:v>33.4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C5-4D91-AB92-6A77DE5002D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Calibri"/>
              </a:rPr>
              <a:t>Churn Rate by Acquisition Channel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Affiliate
Referral</c:v>
                </c:pt>
                <c:pt idx="1">
                  <c:v>Google
Ads</c:v>
                </c:pt>
                <c:pt idx="2">
                  <c:v>Partner
Network</c:v>
                </c:pt>
                <c:pt idx="3">
                  <c:v>Direct
Content</c:v>
                </c:pt>
                <c:pt idx="4">
                  <c:v>Direct</c:v>
                </c:pt>
                <c:pt idx="5">
                  <c:v>Organic
Search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76.7</c:v>
                </c:pt>
                <c:pt idx="1">
                  <c:v>32.9</c:v>
                </c:pt>
                <c:pt idx="2">
                  <c:v>33</c:v>
                </c:pt>
                <c:pt idx="3">
                  <c:v>25.3</c:v>
                </c:pt>
                <c:pt idx="4">
                  <c:v>24.9</c:v>
                </c:pt>
                <c:pt idx="5">
                  <c:v>22.5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32-4F7A-B4DA-87F3591B96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Calibri"/>
              </a:rPr>
              <a:t>Churn by Onboarding Speed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Fast onboarding
(&lt;=14 days)</c:v>
                </c:pt>
                <c:pt idx="1">
                  <c:v>Slow/incomplete
onboarding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30.8</c:v>
                </c:pt>
                <c:pt idx="1">
                  <c:v>71.900000000000006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54-4FBB-8DDC-536CFA6CDD0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000000"/>
                </a:solidFill>
                <a:latin typeface="Calibri"/>
              </a:rPr>
              <a:t>Churn by Training Webinar Attendance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webinar</c:v>
                </c:pt>
                <c:pt idx="1">
                  <c:v>Attended
webinar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41.9</c:v>
                </c:pt>
                <c:pt idx="1">
                  <c:v>31.6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60-45BD-8AD0-5005623585B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000000"/>
                </a:solidFill>
                <a:latin typeface="Calibri"/>
              </a:rPr>
              <a:t>Avg Resolution Time (hours)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Resolution (hrs)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Integration tickets</c:v>
                </c:pt>
                <c:pt idx="1">
                  <c:v>General tickets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A5-45FF-8531-0637A57A810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88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6603E-3E67-57BB-A647-34BE96CDE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5DF2AB-C738-BFEA-A900-7072B4AC6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6535F-B32A-55AA-1519-456E1C5257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489CB-931A-19D4-8C4D-EB96DD7BA4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43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FA8B-EA8B-E019-54DF-9A495B11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7E5BA-0C6E-AFFE-8057-4E6635643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C9E43-9812-B12C-C142-3C326C9EB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40932-7203-FAB6-AFC8-A536B43AD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218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1901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006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123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27007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6301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126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45912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705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483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86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354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709053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30740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152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3798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4008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1550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23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93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  <p:sldLayoutId id="214748375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28376-95C7-DE78-4BE7-27FA38CA9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799A80-B705-CEFD-C478-04E5B1478FF4}"/>
              </a:ext>
            </a:extLst>
          </p:cNvPr>
          <p:cNvSpPr txBox="1"/>
          <p:nvPr/>
        </p:nvSpPr>
        <p:spPr>
          <a:xfrm>
            <a:off x="709954" y="700465"/>
            <a:ext cx="7315200" cy="610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BRAINS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C50808-32E3-E13C-3DA2-953211EFBE13}"/>
              </a:ext>
            </a:extLst>
          </p:cNvPr>
          <p:cNvSpPr txBox="1"/>
          <p:nvPr/>
        </p:nvSpPr>
        <p:spPr>
          <a:xfrm>
            <a:off x="709954" y="1641348"/>
            <a:ext cx="1051560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i="1" dirty="0">
                <a:solidFill>
                  <a:schemeClr val="bg1">
                    <a:lumMod val="65000"/>
                    <a:lumOff val="35000"/>
                  </a:schemeClr>
                </a:solidFill>
                <a:latin typeface="Bahnschrift Condensed" panose="020B0502040204020203" pitchFamily="34" charset="0"/>
              </a:rPr>
              <a:t>PROJECT</a:t>
            </a:r>
            <a:r>
              <a:rPr lang="en-US" sz="3000" b="1" dirty="0">
                <a:solidFill>
                  <a:schemeClr val="bg1">
                    <a:lumMod val="65000"/>
                    <a:lumOff val="35000"/>
                  </a:schemeClr>
                </a:solidFill>
              </a:rPr>
              <a:t> -</a:t>
            </a:r>
            <a:r>
              <a:rPr lang="en-US" sz="32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 TECHNOLOGIES</a:t>
            </a:r>
            <a:endParaRPr lang="en-US" sz="3200" dirty="0"/>
          </a:p>
          <a:p>
            <a:pPr marL="0" indent="0">
              <a:buNone/>
            </a:pPr>
            <a:r>
              <a:rPr lang="en-US" sz="3000" dirty="0"/>
              <a:t>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4666886-D958-AB08-9982-537D5C479766}"/>
              </a:ext>
            </a:extLst>
          </p:cNvPr>
          <p:cNvSpPr txBox="1"/>
          <p:nvPr/>
        </p:nvSpPr>
        <p:spPr>
          <a:xfrm>
            <a:off x="909224" y="3078767"/>
            <a:ext cx="6916660" cy="1340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NUMBER</a:t>
            </a: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b="1" dirty="0">
                <a:solidFill>
                  <a:srgbClr val="1A1A1A"/>
                </a:solidFill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02 </a:t>
            </a:r>
            <a:br>
              <a:rPr lang="en-US" sz="1500" b="1" dirty="0">
                <a:solidFill>
                  <a:srgbClr val="1A1A1A"/>
                </a:solidFill>
                <a:highlight>
                  <a:srgbClr val="C0C0C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:</a:t>
            </a:r>
          </a:p>
          <a:p>
            <a:pPr marL="0" indent="0">
              <a:buNone/>
            </a:pP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K.Chandana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(23RA1A0531)</a:t>
            </a:r>
          </a:p>
          <a:p>
            <a:pPr marL="0" indent="0">
              <a:buNone/>
            </a:pP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J.Shiva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(23RA1A6784)</a:t>
            </a:r>
          </a:p>
          <a:p>
            <a:pPr marL="0" indent="0">
              <a:buNone/>
            </a:pPr>
            <a:r>
              <a:rPr lang="en-US" sz="15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N.Jhanavi</a:t>
            </a: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(23RA1A6636)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</a:t>
            </a:r>
            <a:endParaRPr lang="en-US" sz="1500" b="1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FD1A7FC-902F-9B1C-9B86-CB18EBF8C58E}"/>
              </a:ext>
            </a:extLst>
          </p:cNvPr>
          <p:cNvSpPr txBox="1"/>
          <p:nvPr/>
        </p:nvSpPr>
        <p:spPr>
          <a:xfrm>
            <a:off x="60386" y="5120639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C94EA5E-5BEF-C953-0D24-0A442E05527A}"/>
              </a:ext>
            </a:extLst>
          </p:cNvPr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14258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1135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FLOWDESK TECHNOLOGIES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404380" y="28803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 &amp; Churn Investigation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revenue growth hasn't translated into a healthy customer base — and what to do about 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Acquiring fast, retaining slowly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6675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revenue grew from ₹11.95 Cr to ₹33.4 Cr in two years — but 37.9% of every customer FlowDesk has ever signed is now cancelled. Growth is coming from price/plan upsell, not a compounding customer base.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E4E3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37.9%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logo churn rate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E4E3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4612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76.7%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Affiliate Referral Network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E4E3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03504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71.9%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— slow/incomplete onboarding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23960" y="29260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E4E3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823960" y="3108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hrs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Integration ticket resolution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stakeholder theories were tested against the data — none was fully right, and none was fully wrong.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BUSINESS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acquisition-revenue growth disconnect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signups have been essentially FLAT for three years — while billing revenue nearly tripled.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0312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760720" y="2103120"/>
          <a:ext cx="58521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is being driven by plan-mix upsell and pricing, not by a growing, loyal customer base — exactly the pattern CFO Anjali Mehta flagged.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QUALITY / PREP LOG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cleaned before analyzing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0515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2763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2763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inconsistent spellings found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62763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into 6 clean channels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0487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campaign IDs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240487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3,422 of 10,000 customers (34.2%)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40487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UNKNOWN; excluded from campaign LTV/CAC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10515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318211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invoices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318211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exact duplicate rows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18211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before revenue calculations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95935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395935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rows in DD/MM/YYYY vs YYYY-MM-DD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95935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standardized; 0 unresolved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10515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4736592"/>
            <a:ext cx="23774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vs. missing usage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473659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Zero-usage rows exist; some months absent entirely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736592"/>
            <a:ext cx="38404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as distinct signals, not the same thing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COMPANY-WIDE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Signup growth has stalled; churn is compounding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67512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00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FY23-24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600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FY24-25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600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signups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3,326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103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3,365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103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3,297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66751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606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revenue (₹ Cr)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11.95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2606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24.01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26060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108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 growth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43484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+100.9%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108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+39.1%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3474720" cy="3931920"/>
          </a:xfrm>
          <a:prstGeom prst="roundRect">
            <a:avLst>
              <a:gd name="adj" fmla="val 2632"/>
            </a:avLst>
          </a:prstGeom>
          <a:solidFill>
            <a:srgbClr val="2F3C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0" y="2011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37.9%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2926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logo churn 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(all-time, 10,000 signups)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growth compounding?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41605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D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FlowDesk is largely REPLACING churned customers with new ones each year, not building a stable, compounding base.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MARKETING CHURN INVESTIGATION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Affiliate channel is a discount cliff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6309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55448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8E4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Month-3 Discount Cliff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19456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70.2%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9718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Affiliate customers cancel within 90 days of signup — right as the introductory discount expires.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39319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34.2%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44348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customers have no campaign_id — channel-level LTV/CAC is currently unreliable for a third of the base.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ONBOARDING &amp; ENGAGEMENT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onboarding predicts churn — training fixes it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760720" y="160020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Success's hypothesis is SUPPORTED: onboarding experience is a real, independent churn driver — a 41-point swing between fast and slow onboarding.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SUPPORT &amp; INTEGRATION BUGS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bugs are real, but a smaller piece of the puzzle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1206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600200"/>
            <a:ext cx="5212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8E4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35040" y="1828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 / 5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423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CSAT on Integration tickets (vs. 4.7/5 on General tickets)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21.1% vs 39.4%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36118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of Premium (Growth/Business) customers WITH an Integration ticket, vs. all Premium customers overall.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443484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check: customers who file the MOST tickets are not the ones who churn most — active (engaged) customers actually log more Bug tickets on average than cancelled ones. Volume isn't the signal; slow Integration resolution is.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REGIONAL CHECK (NORTH &amp; SOUTH)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not a regional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asked us to investigate North-region concentration and South-region decline. The dataset has no rep-commission or shipping/logistics/returns fields (this is a SaaS product, not a shipped-goods business) — so we tested the fields that do exist: churn, discounting, and usage.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103120" y="2651760"/>
            <a:ext cx="685800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0312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651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38.0%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03120" y="3657600"/>
            <a:ext cx="6858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0312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6576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103120" y="4663440"/>
            <a:ext cx="68580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103120" y="4663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4663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663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all four regions perform within a 0.4-point band on churn. There is no distinct regional pathology — the real drivers (Affiliate channel, onboarding speed, integration bugs) act uniformly nationwide.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KEY ROOT CAUSES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hypothesis was partly right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2626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Mehra (Marketing)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7373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volume is real, but the Affiliate channel is acquisition-dumping discounted customers who leave at the Month-3 discount cliff (70.2%).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2626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Sen (Customer Success)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6118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24612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speed is an independent, strong churn driver (71.9% vs 30.8%) — it compounds the Affiliate problem rather than being the sole cause.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2626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Devendra Patil (Product)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7548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tickets take 33 hrs to resolve with 2.0 CSAT — real, but explains a smaller slice of total churn than channel or onboarding.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BUSINESS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management should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002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Affiliate discounting — taper instead of a hard cliff, and shift some budget to Organic Search/Direct (22-25% churn).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441448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onboarding training webinar mandatory — it already cuts churn from 41.9% to 31.6%.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284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282696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an 8-hour SLA on Integration tickets for Growth/Business plans, given the current 33-hour average.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169664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696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23944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campaign-ID capture at signup — 34.2% of customers are currently unattributed.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10912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010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965192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proposed 50% acquisition budget increase until Affiliate-channel churn is fixed.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IMPLEMENTATION PRIORITIES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vs. feasibility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4800600" cy="2240280"/>
          </a:xfrm>
          <a:prstGeom prst="rect">
            <a:avLst/>
          </a:prstGeom>
          <a:solidFill>
            <a:srgbClr val="FBEAE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23560" y="1600200"/>
            <a:ext cx="4800600" cy="2240280"/>
          </a:xfrm>
          <a:prstGeom prst="rect">
            <a:avLst/>
          </a:prstGeom>
          <a:solidFill>
            <a:srgbClr val="FDEED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840480"/>
            <a:ext cx="4800600" cy="2240280"/>
          </a:xfrm>
          <a:prstGeom prst="rect">
            <a:avLst/>
          </a:prstGeom>
          <a:solidFill>
            <a:srgbClr val="EAEE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23560" y="3840480"/>
            <a:ext cx="4800600" cy="2240280"/>
          </a:xfrm>
          <a:prstGeom prst="rect">
            <a:avLst/>
          </a:prstGeom>
          <a:solidFill>
            <a:srgbClr val="F2F2F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488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onboarding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6324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Affiliate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taper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05740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ticket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8-hr SLA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976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campaign-ID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at signup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429768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50% acquisition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increase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571500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FEASIBILITY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612648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FEASIBILITY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6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1373F-0DFF-3C1E-9B43-BCD0DA69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D75E1F-2FE9-6217-E547-9FE201F55D7A}"/>
              </a:ext>
            </a:extLst>
          </p:cNvPr>
          <p:cNvSpPr txBox="1"/>
          <p:nvPr/>
        </p:nvSpPr>
        <p:spPr>
          <a:xfrm>
            <a:off x="2286000" y="2070339"/>
            <a:ext cx="7315200" cy="18633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</a:t>
            </a:r>
            <a:r>
              <a:rPr lang="en-US" sz="8800" b="1" kern="0" spc="2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</a:t>
            </a:r>
            <a:endParaRPr lang="en-US" sz="8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975F934-43B3-18CD-E026-B66FFE3EABA1}"/>
              </a:ext>
            </a:extLst>
          </p:cNvPr>
          <p:cNvSpPr txBox="1"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08672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1033</Words>
  <Application>Microsoft Office PowerPoint</Application>
  <PresentationFormat>Widescreen</PresentationFormat>
  <Paragraphs>176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Bahnschrift Condensed</vt:lpstr>
      <vt:lpstr>Calibri</vt:lpstr>
      <vt:lpstr>Cambria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Chandana Kota</cp:lastModifiedBy>
  <cp:revision>1</cp:revision>
  <dcterms:created xsi:type="dcterms:W3CDTF">2026-09-12T09:55:57Z</dcterms:created>
  <dcterms:modified xsi:type="dcterms:W3CDTF">2026-09-25T07:44:42Z</dcterms:modified>
</cp:coreProperties>
</file>